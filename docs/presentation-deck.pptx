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Fall-Risk Gait Digital Twin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71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Happiest Health Digital Twin Challenge 2026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Shekhar Halder (Team Leader) · Rituraj Saha · D Lidiya · Shubham Kumar Sain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Adamas University, Kolkata · Dhanalakshmi Srinivasan Engineering College, Perambalur · ICFAI University, Jaipur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 among elderly and mobility-impaired patients are a leading cause of hospitalization and loss of independence.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fall-risk assessments happen periodically in clinics, missing gradual, day-to-day changes in gait and balance.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Caregivers and clinicians lack a continuous, data-driven way to flag rising fall risk before an incident occurs.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E9488"/>
          </a:solidFill>
          <a:ln w="12700">
            <a:solidFill>
              <a:srgbClr val="0E94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Use Case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digital twin of the patient's gait and balance, built from wearable sensor data, updated continuously.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twin simulates and scores fall risk in near-real-time, rather than relying on a single clinic visit.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predictions trigger alerts to caregivers/clinicians, enabling preventive action instead of reactive care.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6FDB"/>
          </a:solidFill>
          <a:ln w="12700">
            <a:solidFill>
              <a:srgbClr val="2E6FD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sensors stream gait, balance, and vitals data continuously.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telemetry pipeline ingests and forwards this data to the backend in real time.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digital-twin engine models the patient's current physical state and predicts fall risk with an AI/ML model.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are shown on a clinician/caregiver dashboard, with automated alerts for high-risk cases.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E9488"/>
          </a:solidFill>
          <a:ln w="12700">
            <a:solidFill>
              <a:srgbClr val="0E948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Stack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Next.js (React) dashboard for clinicians and caregivers.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Node.js + Express REST API, WebSocket telemetry server for live data.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MongoDB for patient records, twin state, and historical telemetry.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Engine: physics-informed models combined with an AI/ML fall-risk predictor.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Deployment: Docker Compose for local/orchestrated multi-service setup.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6FDB"/>
          </a:solidFill>
          <a:ln w="12700">
            <a:solidFill>
              <a:srgbClr val="2E6FD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Approach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Fall-risk predictor trained on gait and balance telemetry patterns (stride variability, sway, vitals trends).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engine combines physics-based motion modeling with the learned risk model for explainable outputs.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output feeds directly into the alerting service, ranking patients by current fall-risk score.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E9488"/>
          </a:solidFill>
          <a:ln w="12700">
            <a:solidFill>
              <a:srgbClr val="0E948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Continuous, near-real-time fall-risk monitoring instead of periodic manual assessment.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Clinician dashboard with patient-level digital twin visualization and risk trends.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caregiver alerts when risk crosses a critical threshold.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architecture: sensor layer, ingestion, twin engine, and UI are independently extensible.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6FDB"/>
          </a:solidFill>
          <a:ln w="12700">
            <a:solidFill>
              <a:srgbClr val="2E6FD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Future Scope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earlier fall-risk detection can reduce hospitalizations and support independent living for elderly patients.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scope: expand sensor set, personalize risk thresholds per patient history, and add clinician feedback loops to retrain the model.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Open-sourced under the MIT License to support further research and adoption.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E9488"/>
          </a:solidFill>
          <a:ln w="12700">
            <a:solidFill>
              <a:srgbClr val="0E948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2026-09-29T20:19:08Z</dcterms:created>
  <dcterms:modified xsi:type="dcterms:W3CDTF">2026-09-29T20:19:08Z</dcterms:modified>
</cp:coreProperties>
</file>
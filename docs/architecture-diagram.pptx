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Fall-Risk Gait Digital Twin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30175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/ IoT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(gait, vitals)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3392424"/>
            <a:ext cx="502920" cy="256032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8920" y="30175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E6FDB"/>
          </a:solidFill>
          <a:ln w="12700">
            <a:solidFill>
              <a:srgbClr val="2E6F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892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(ingestion)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3392424"/>
            <a:ext cx="502920" cy="256032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30175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E6FDB"/>
          </a:solidFill>
          <a:ln w="12700">
            <a:solidFill>
              <a:srgbClr val="2E6F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(Node / Express)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3392424"/>
            <a:ext cx="502920" cy="256032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30175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Fall-Risk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81160" y="3392424"/>
            <a:ext cx="502920" cy="256032"/>
          </a:xfrm>
          <a:prstGeom prst="rightArrow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0" y="30175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E9488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0" y="301752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(Next.js UI)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46634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466344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(patient &amp; twin data)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4023360"/>
            <a:ext cx="9144" cy="64008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172200" y="466344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466344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Notify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4023360"/>
            <a:ext cx="9144" cy="64008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data streams into the backend, is fed to the digital-twin AI/ML model for fall-risk prediction, stored in MongoDB, surfaced on the clinician/caregiver dashboard, and triggers alerts on high-risk predictions.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2026-09-29T20:18:43Z</dcterms:created>
  <dcterms:modified xsi:type="dcterms:W3CDTF">2026-09-29T20:18:43Z</dcterms:modified>
</cp:coreProperties>
</file>